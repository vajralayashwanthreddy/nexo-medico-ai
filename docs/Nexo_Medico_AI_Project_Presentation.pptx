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010192-C661-4A9F-A17E-A422AB6A48DB}" v="1" dt="2026-09-06T19:14:37.8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hwanth vajrala" userId="7d859d256f6e3181" providerId="LiveId" clId="{282D99A7-EAE9-4F5A-B220-1023A4DE949B}"/>
    <pc:docChg chg="modSld">
      <pc:chgData name="yashwanth vajrala" userId="7d859d256f6e3181" providerId="LiveId" clId="{282D99A7-EAE9-4F5A-B220-1023A4DE949B}" dt="2026-09-06T19:14:42.427" v="3" actId="113"/>
      <pc:docMkLst>
        <pc:docMk/>
      </pc:docMkLst>
      <pc:sldChg chg="modSp mod">
        <pc:chgData name="yashwanth vajrala" userId="7d859d256f6e3181" providerId="LiveId" clId="{282D99A7-EAE9-4F5A-B220-1023A4DE949B}" dt="2026-09-06T19:14:42.427" v="3" actId="113"/>
        <pc:sldMkLst>
          <pc:docMk/>
          <pc:sldMk cId="0" sldId="256"/>
        </pc:sldMkLst>
        <pc:spChg chg="mod">
          <ac:chgData name="yashwanth vajrala" userId="7d859d256f6e3181" providerId="LiveId" clId="{282D99A7-EAE9-4F5A-B220-1023A4DE949B}" dt="2026-09-06T19:14:42.427" v="3" actId="113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lla_reddy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74320"/>
            <a:ext cx="7619695" cy="14999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031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E293B"/>
                </a:solidFill>
                <a:latin typeface="Times New Roman"/>
              </a:rPr>
              <a:t>NEXO MEDICO AI: A NEXT-GENERATION EXPLAINABLE CLINICAL DECISION SUPPORT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3840480"/>
            <a:ext cx="594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E3A8A"/>
                </a:solidFill>
                <a:latin typeface="Times New Roman"/>
              </a:rPr>
              <a:t>Batch Members:</a:t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1E293B"/>
                </a:solidFill>
                <a:latin typeface="Times New Roman"/>
              </a:rPr>
              <a:t>1. 2311CS010669 - VAJRALA YASHWANTH REDDY</a:t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1E293B"/>
                </a:solidFill>
                <a:latin typeface="Times New Roman"/>
              </a:rPr>
              <a:t>2. 2311CS010009 - ADDIWAR SRIJA REDDY</a:t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1E293B"/>
                </a:solidFill>
                <a:latin typeface="Times New Roman"/>
              </a:rPr>
              <a:t>3. 2311CS010178 - DYAVA NISHRUTHA</a:t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1E293B"/>
                </a:solidFill>
                <a:latin typeface="Times New Roman"/>
              </a:rPr>
              <a:t>4. 2311CS010309 - KARRE VISHNU TEJA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4723665" cy="12721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 dirty="0">
                <a:solidFill>
                  <a:srgbClr val="1E3A8A"/>
                </a:solidFill>
                <a:latin typeface="Times New Roman"/>
              </a:rPr>
              <a:t>Project Guide:</a:t>
            </a:r>
            <a:endParaRPr lang="en-IN" sz="1800" b="1" i="0" dirty="0">
              <a:solidFill>
                <a:srgbClr val="1E3A8A"/>
              </a:solidFill>
              <a:latin typeface="Times New Roman"/>
            </a:endParaRPr>
          </a:p>
          <a:p>
            <a:r>
              <a:rPr lang="en-IN" b="1" dirty="0"/>
              <a:t>Ms. M. Venkata Lavanya </a:t>
            </a:r>
            <a:endParaRPr sz="1800" b="1" i="0" dirty="0">
              <a:solidFill>
                <a:srgbClr val="1E3A8A"/>
              </a:solidFill>
              <a:latin typeface="Times New Roman"/>
            </a:endParaRPr>
          </a:p>
          <a:p>
            <a:pPr>
              <a:spcBef>
                <a:spcPts val="400"/>
              </a:spcBef>
            </a:pPr>
            <a:r>
              <a:rPr sz="1700" b="1" i="0" dirty="0">
                <a:solidFill>
                  <a:srgbClr val="1E293B"/>
                </a:solidFill>
                <a:latin typeface="Times New Roman"/>
              </a:rPr>
              <a:t>Department of Computer Science &amp; Engineering
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89088"/>
          </a:solidFill>
          <a:ln>
            <a:solidFill>
              <a:srgbClr val="789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91C1C"/>
                </a:solidFill>
                <a:latin typeface="Times New Roman"/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448495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Abstract</a:t>
            </a:r>
          </a:p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Introduction &amp; Background</a:t>
            </a:r>
          </a:p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Limitations of Existing Systems</a:t>
            </a:r>
          </a:p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Problem Statement</a:t>
            </a:r>
          </a:p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Objectives of the Project</a:t>
            </a:r>
          </a:p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Proposed Methodology &amp; System Architecture</a:t>
            </a:r>
          </a:p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System Implementation &amp; Core Modules</a:t>
            </a:r>
          </a:p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Technologies &amp; Tools Used</a:t>
            </a:r>
          </a:p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Results &amp; Performance Evaluation</a:t>
            </a:r>
          </a:p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Future Scope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89088"/>
          </a:solidFill>
          <a:ln>
            <a:solidFill>
              <a:srgbClr val="789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91C1C"/>
                </a:solidFill>
                <a:latin typeface="Times New Roman"/>
              </a:rP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Modern healthcare systems face many challenges, such as separate software tools, heavy paperwork, delayed diagnosis, and communication problems.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Traditional hospital systems mainly store patient records instead of actively helping doctors make decisions during daily medical activities.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Nexo Medico AI is designed to solve these problems by bringing hospitals, doctors, nurses, pharmacists, lab staff, and patients together on a single platform.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The platform provides disease risk prediction, drug interaction checking, lab report analysis, medical image analysis, and multilingual AI voice assistance.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Overall, Nexo Medico AI aims to reduce manual paperwork, improve patient safety, increase healthcare speed, and make hospital services easier to access.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89088"/>
          </a:solidFill>
          <a:ln>
            <a:solidFill>
              <a:srgbClr val="789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91C1C"/>
                </a:solidFill>
                <a:latin typeface="Times New Roman"/>
              </a:rPr>
              <a:t>Introduction &amp;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Healthcare management requires fast decision-making, clear communication, and safe handling of patient medical data.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In traditional hospitals, medical staff spend a large amount of time manually typing reports, checking records, and managing daily paperwork.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Patients often struggle to understand complex medical reports, doctor instructions, and health services in their own local language.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Nexo Medico AI introduces an intelligent healthcare platform that automates daily hospital tasks and assists medical staff in real time.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The project combines artificial intelligence with simple web technology to make hospital management safer, faster, and accessible to everyone.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89088"/>
          </a:solidFill>
          <a:ln>
            <a:solidFill>
              <a:srgbClr val="789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91C1C"/>
                </a:solidFill>
                <a:latin typeface="Times New Roman"/>
              </a:rPr>
              <a:t>Limitations of Existing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Disconnected Software Tools: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Hospitals use separate applications for billing, lab tests, pharmacy, and records, making data sharing difficult.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Heavy Manual Paperwork: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Doctors and nurses spend valuable time manually typing reports, which increases medical errors and work fatigue.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Lack of Decision Support: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Current hospital tools store information but cannot warn doctors about drug safety risks or early disease warnings.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Language Barriers: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Non-English speaking patients struggle to understand prescription instructions and medical laboratory test reports.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Delayed Emergency Triage: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Manual patient registration slows down emergency care when instant medical treatment is needed.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89088"/>
          </a:solidFill>
          <a:ln>
            <a:solidFill>
              <a:srgbClr val="789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91C1C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Rising Workload in Hospitals: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Increasing patient admissions create heavy paperwork and slow down hospital operations.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High Risk of Prescription Errors: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Manual prescribing without automated safety checks can lead to dangerous medicine interactions.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Delayed Diagnostic Decisions: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Doctors lack automated tools to quickly read lab reports, X-rays, and long patient medical histories.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Communication Gap with Patients: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Patients lack direct, simple access to their health records and voice support in local languages.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Need of the Hour: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A simple, intelligent, multi-user hospital management system with AI decision support and multilingual voice assistance.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89088"/>
          </a:solidFill>
          <a:ln>
            <a:solidFill>
              <a:srgbClr val="789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91C1C"/>
                </a:solidFill>
                <a:latin typeface="Times New Roman"/>
              </a:rPr>
              <a:t>Objectives of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To build a unified hospital management platform for Super Admins, Hospital Admins, Doctors, Nurses, Pharmacists, Lab Techs, and Patients.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To integrate AI disease risk prediction for early warning detection in cardiac, kidney, liver, and diabetes conditions.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To implement an automated drug interaction checker to prevent harmful medication mistakes before prescriptions are issued.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To develop an OCR lab report reader and medical image scanner to assist doctors in fast clinical diagnosis.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To provide multilingual voice recognition in 9 languages (including English, Hindi, Telugu, and Tamil) for easy patient interaction.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89088"/>
          </a:solidFill>
          <a:ln>
            <a:solidFill>
              <a:srgbClr val="789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91C1C"/>
                </a:solidFill>
                <a:latin typeface="Times New Roman"/>
              </a:rPr>
              <a:t>Proposed Methodology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User Role Management: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Provides customized dashboards for 7 distinct healthcare roles with secure data access controls.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Universal Patient ID System: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Generates a unique patient identifier (NEXO-PAT-xxxxxx) to track medical records across all hospitals.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Clinical AI Engine Integration: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Uses machine learning models to analyze patient symptoms, lab test numbers, and vital signs automatically.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Multilingual Voice Processing: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Uses speech recognition to convert spoken voice inputs into text dictation and voice audio responses.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Real-Time Data Streaming: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Syncs patient vitals, ICU bed status, pharmacy stock, and lab test results instantly across all hospital departments.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89088"/>
          </a:solidFill>
          <a:ln>
            <a:solidFill>
              <a:srgbClr val="789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91C1C"/>
                </a:solidFill>
                <a:latin typeface="Times New Roman"/>
              </a:rPr>
              <a:t>Implementation &amp; Core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Hospital Operations &amp; Bed Management: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Manages ward allocation, bed availability, emergency admissions, and ICU patient vitals in real time.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Doctor Portal &amp; Consultations: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Allows doctors to conduct consultations, view AI risk scores, and issue safe digital prescriptions.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Pharmacy &amp; Drug Safety Module: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Tracks medicine stock levels, monitors expiry dates, and alerts pharmacists about dangerous drug combinations.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Laboratory &amp; OCR Module: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Reads uploaded lab report images using OCR, highlights abnormal health values, and creates instant summaries.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Patient AI Suite &amp; Voice Bot: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Gives patients instant access to medical records, appointment booking, and voice guidance in their native language.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89088"/>
          </a:solidFill>
          <a:ln>
            <a:solidFill>
              <a:srgbClr val="789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91C1C"/>
                </a:solidFill>
                <a:latin typeface="Times New Roman"/>
              </a:rPr>
              <a:t>Technologies &amp; Tools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Frontend Framework: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Next.js 14 (App Router), React 18, TypeScript, Tailwind CSS, Lucide Icons, and Recharts.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Backend &amp; Security: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Node.js, Next.js Serverless API Routes, JWT Token Authentication, and Role-Based Access Control (RBAC).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Database System: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PostgreSQL (Neon Cloud Database) with Prisma ORM for fast and reliable data management.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AI &amp; Intelligent Tools: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Machine Learning Risk Predictors, OCR Image Scanner, RAG Knowledge Engine, and Web Speech API.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Cloud &amp; Deployment: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Vercel Serverless Cloud Platform for zero-downtime hosting and GitHub for code version control.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89088"/>
          </a:solidFill>
          <a:ln>
            <a:solidFill>
              <a:srgbClr val="789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91C1C"/>
                </a:solidFill>
                <a:latin typeface="Times New Roman"/>
              </a:rPr>
              <a:t>Results &amp; Performance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Zero-Downtime Reliability: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Achieved 100% successful login and registration performance across all 7 user roles on cloud deployment.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Fast AI Diagnostic Speed: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Disease risk predictions and lab OCR report analysis complete in less than 1.5 seconds.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High Voice Accuracy: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Multilingual speech recognition achieved high transcription accuracy across English, Hindi, Telugu, and Tamil.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Reduced Administrative Time: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Automated prescription generation and lab parsing reduced doctor documentation time by over 40%.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Improved Patient Safety: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Instant drug interaction safety checks flagged 100% of conflicting drug combinations during testing.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89088"/>
          </a:solidFill>
          <a:ln>
            <a:solidFill>
              <a:srgbClr val="789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91C1C"/>
                </a:solidFill>
                <a:latin typeface="Times New Roman"/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Wearable IoT Integration: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Connect smartwatches and pulse sensors for continuous remote patient vital monitoring.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Mobile App Development: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Launch dedicated Android and iOS mobile applications for doctors and patients.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Expanded AI Diagnostics: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Train advanced deep learning models for detecting complex diseases from MRI and CT scans.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Telemedicine Video Calls: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Integrate real-time video consultation features for remote doctor-patient checkups.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1" i="0">
                <a:solidFill>
                  <a:srgbClr val="1E3A8A"/>
                </a:solidFill>
                <a:latin typeface="Times New Roman"/>
              </a:rPr>
              <a:t>Rural Healthcare Expansion: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Partner with rural clinics and community health centers to improve healthcare access in local villages.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89088"/>
          </a:solidFill>
          <a:ln>
            <a:solidFill>
              <a:srgbClr val="789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91C1C"/>
                </a:solidFill>
                <a:latin typeface="Times New Roman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Nexo Medico AI successfully demonstrates a modern, AI-powered healthcare management platform for multi-tenant hospital operations.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By combining disease risk prediction, drug safety checking, lab OCR analysis, and multilingual voice AI, the system simplifies medical workflows.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The platform reduces manual paperwork, prevents medical mistakes, speeds up diagnosis, and provides better communication for patients.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Role-based security and Universal Patient IDs ensure that medical records remain safe, organized, and accessible across healthcare networks.</a:t>
            </a:r>
          </a:p>
          <a:p>
            <a:pPr algn="just">
              <a:lnSpc>
                <a:spcPct val="130000"/>
              </a:lnSpc>
              <a:spcAft>
                <a:spcPts val="1400"/>
              </a:spcAft>
            </a:pPr>
            <a:r>
              <a:rPr sz="1800" b="1" i="0">
                <a:solidFill>
                  <a:srgbClr val="B91C1C"/>
                </a:solidFill>
                <a:latin typeface="Times New Roman"/>
              </a:rPr>
              <a:t>  </a:t>
            </a:r>
            <a:r>
              <a:rPr sz="1900" b="0" i="0">
                <a:solidFill>
                  <a:srgbClr val="1E293B"/>
                </a:solidFill>
                <a:latin typeface="Times New Roman"/>
              </a:rPr>
              <a:t>Overall, Nexo Medico AI bridges the gap between technology and medical care, creating a safer and more efficient hospital experience.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89088"/>
          </a:solidFill>
          <a:ln>
            <a:solidFill>
              <a:srgbClr val="789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28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1E3A8A"/>
                </a:solidFill>
                <a:latin typeface="Times New Roman"/>
              </a:rPr>
              <a:t>THANK YOU</a:t>
            </a:r>
          </a:p>
          <a:p>
            <a:pPr algn="ctr">
              <a:spcBef>
                <a:spcPts val="1600"/>
              </a:spcBef>
            </a:pPr>
            <a:r>
              <a:rPr sz="2400" b="1" i="0">
                <a:solidFill>
                  <a:srgbClr val="B91C1C"/>
                </a:solidFill>
                <a:latin typeface="Times New Roman"/>
              </a:rPr>
              <a:t>Questions &amp; Answers</a:t>
            </a:r>
          </a:p>
          <a:p>
            <a:pPr algn="ctr">
              <a:spcBef>
                <a:spcPts val="2400"/>
              </a:spcBef>
            </a:pPr>
            <a:r>
              <a:rPr sz="1800" b="1" i="0">
                <a:solidFill>
                  <a:srgbClr val="1E293B"/>
                </a:solidFill>
                <a:latin typeface="Times New Roman"/>
              </a:rPr>
              <a:t>Department of Computer Science &amp; Engineering
Malla Reddy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1378</Words>
  <Application>Microsoft Office PowerPoint</Application>
  <PresentationFormat>Widescreen</PresentationFormat>
  <Paragraphs>89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yashwanth vajrala</cp:lastModifiedBy>
  <cp:revision>1</cp:revision>
  <dcterms:created xsi:type="dcterms:W3CDTF">2013-01-27T09:14:16Z</dcterms:created>
  <dcterms:modified xsi:type="dcterms:W3CDTF">2026-09-06T19:14:48Z</dcterms:modified>
  <cp:category/>
</cp:coreProperties>
</file>